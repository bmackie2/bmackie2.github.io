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03"/>
  </p:normalViewPr>
  <p:slideViewPr>
    <p:cSldViewPr snapToGrid="0" snapToObjects="1">
      <p:cViewPr varScale="1">
        <p:scale>
          <a:sx n="101" d="100"/>
          <a:sy n="101" d="100"/>
        </p:scale>
        <p:origin x="1864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0173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purpose of this report: to highlight supply chain issues with direct compliance impact, based on BTM supply chain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Summarize the key supply chain risks identified, emphasizing supplier variability, regulatory exposure, and the priority components requiring attention.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scope of the assessment, focusing on compliance-driven supply chain risks and evaluation of controls supporting FDA and GMP expectations.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Provide regulatory context, highlighting FDA expectations for consistent supply, quality, traceability, and the compliance risks caused by instability.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each priority component and supplier, explaining the specific performance or reliability issues observed.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Highlight the main compliance findings, stressing how recurring delays weaken operational resilience and increase deviation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Discuss the common root causes underlying the issues, particularly planning misalignment, supplier scheduling variability, and inventory gaps.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Describe proposed mitigation actions, including strengthening supplier oversight, improving forecasting, and documenting controls for inspections.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current compliance posture, noting that while risks are documented, continued trends could challenge demonstration of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Conclude with next steps, reinforcing the need for supplier accountability, governance, and ongoing monitoring using BTM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Supply Chain Issue Compliance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Based on BTM Supply Chain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Summary of key supply chain issues and compliance implications identified from BTM data</a:t>
            </a:r>
          </a:p>
          <a:p>
            <a:pPr lvl="1"/>
            <a:r>
              <a:t>Supplier performance variability and component-level risks may disrupt production continuity</a:t>
            </a:r>
          </a:p>
          <a:p>
            <a:pPr lvl="1"/>
            <a:r>
              <a:t>Heightened regulatory exposure for products subject to FDA expectations</a:t>
            </a:r>
          </a:p>
          <a:p>
            <a:pPr lvl="1"/>
            <a:r>
              <a:t>Priority components: BIND567, COMP042, COMP043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 &amp;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Assess supply chain risks with direct compliance implications</a:t>
            </a:r>
          </a:p>
          <a:p>
            <a:pPr lvl="1"/>
            <a:r>
              <a:t>Evaluate adequacy of controls supporting FDA and GMP expectations</a:t>
            </a:r>
          </a:p>
          <a:p>
            <a:pPr lvl="1"/>
            <a:r>
              <a:t>Component-level review using BTM supply chain metrics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Regulatory &amp; Compliance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FDA expectations require consistent supply, controlled quality, and supplier oversight</a:t>
            </a:r>
          </a:p>
          <a:p>
            <a:pPr lvl="1"/>
            <a:r>
              <a:t>Schedule instability increases deviation and CAPA risk</a:t>
            </a:r>
          </a:p>
          <a:p>
            <a:pPr lvl="1"/>
            <a:r>
              <a:t>Traceability and governance are critical compliance enablers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BIND567 (EcoSupply): performance variability and delays</a:t>
            </a:r>
          </a:p>
          <a:p>
            <a:pPr lvl="1"/>
            <a:r>
              <a:t>COMP042 (PrimeLogistics): lead-time variance and planning gaps</a:t>
            </a:r>
          </a:p>
          <a:p>
            <a:pPr lvl="1"/>
            <a:r>
              <a:t>COMP043 (NextGen Pharma): supply reliability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Compliance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Operational resilience weakened by recurring supplier delays</a:t>
            </a:r>
          </a:p>
          <a:p>
            <a:pPr lvl="1"/>
            <a:r>
              <a:t>Increased likelihood of deviations and investigations</a:t>
            </a:r>
          </a:p>
          <a:p>
            <a:pPr lvl="1"/>
            <a:r>
              <a:t>Risk amplified when issues occur close to production timelines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Root Cause Themes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Planning and forecasting misalignment</a:t>
            </a:r>
          </a:p>
          <a:p>
            <a:pPr lvl="1"/>
            <a:r>
              <a:t>Supplier scheduling variability</a:t>
            </a:r>
          </a:p>
          <a:p>
            <a:pPr lvl="1"/>
            <a:r>
              <a:t>Inventory and demand alignment gaps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Mitigation &amp; Corrective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Strengthen supplier performance monitoring and escalation</a:t>
            </a:r>
          </a:p>
          <a:p>
            <a:pPr lvl="1"/>
            <a:r>
              <a:t>Improve forecasting accuracy and planning discipline</a:t>
            </a:r>
          </a:p>
          <a:p>
            <a:pPr lvl="1"/>
            <a:r>
              <a:t>Document decisions to support inspection readiness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Compliance Status &amp; Risk Posture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Risks are known, documented, and data-supported</a:t>
            </a:r>
          </a:p>
          <a:p>
            <a:pPr lvl="1"/>
            <a:r>
              <a:t>Without mitigation, trends may challenge demonstration of control</a:t>
            </a:r>
          </a:p>
          <a:p>
            <a:pPr lvl="1"/>
            <a:r>
              <a:t>Proactive oversight required to maintain regulatory confidence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Supply chain variability presents material compliance risk</a:t>
            </a:r>
          </a:p>
          <a:p>
            <a:pPr lvl="1"/>
            <a:r>
              <a:t>Reinforce supplier accountability and governance</a:t>
            </a:r>
          </a:p>
          <a:p>
            <a:pPr lvl="1"/>
            <a:r>
              <a:t>Continue monitoring using BTM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ca48ea3-8c75-4d36-b64f-70604b11fd22}" enabled="1" method="Standard" siteId="{3ac94b33-9135-4821-9502-eafda6592a35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458</Words>
  <Application>Microsoft Macintosh PowerPoint</Application>
  <PresentationFormat>On-screen Show (4:3)</PresentationFormat>
  <Paragraphs>49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Supply Chain Issue Compliance Report</vt:lpstr>
      <vt:lpstr>Executive Summary</vt:lpstr>
      <vt:lpstr>Purpose &amp; Scope</vt:lpstr>
      <vt:lpstr>Regulatory &amp; Compliance Context</vt:lpstr>
      <vt:lpstr>Component Overview</vt:lpstr>
      <vt:lpstr>Key Compliance Findings</vt:lpstr>
      <vt:lpstr>Root Cause Themes</vt:lpstr>
      <vt:lpstr>Mitigation &amp; Corrective Actions</vt:lpstr>
      <vt:lpstr>Compliance Status &amp; Risk Posture</vt:lpstr>
      <vt:lpstr>Conclusion &amp;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Mackiewicz, Brett [JJCUS]</cp:lastModifiedBy>
  <cp:revision>3</cp:revision>
  <dcterms:created xsi:type="dcterms:W3CDTF">2013-01-27T09:14:16Z</dcterms:created>
  <dcterms:modified xsi:type="dcterms:W3CDTF">2026-04-07T22:07:24Z</dcterms:modified>
  <cp:category/>
</cp:coreProperties>
</file>